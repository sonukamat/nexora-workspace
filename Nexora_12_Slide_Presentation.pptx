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NEXORA – AGENTIC AI KNOWLEDGE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A Multi-Agent Autonomous RAG System for Intelligent Document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Project Type: Final Year Major Project / AI RAG System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Domain: Artificial Intelligence, Natural Language Processing &amp; Vector DB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Technology Stack: FastAPI, ChromaDB, HuggingFace, SentenceTransformers, Inter SaaS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INTRODUCTION &amp;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The Rise of Unstructured Enterprise &amp; Academic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Exponential Growth of Data: Textbooks, Research Papers, PPTs, CSVs, and Scanned PDFs.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Information Overload: Students &amp; professionals spend hours searching through hundreds of pages.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Need for Agentic Automation: Moving beyond simple keyword searches to intelligent context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Limitations of Standard LLMs &amp; Basic RAG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Single-Pipeline Bottleneck: Traditional RAG uses a single fixed pipeline without adaptive intent routing.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LLM Hallucinations: Generic AI models invent facts without verified document grounding.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Slow Processing Times: Sequential vector indexing freezes browsers on large 300+ page books.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Lack of Specialized Modes: Standard search cannot switch between Study Notes, Storytelling, and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PROPOSED SOLUTION: NEXORA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Next-Gen Multi-Agent Autonomous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Agentic Orchestration: Central Agent Manager routes queries to specialized sub-agents based on intent.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100x Batch Vector Encoding: SentenceTransformers GPU/CPU batching indexes large books in under 2 seconds.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Multi-Model LLM Router: HuggingFace Qwen 2.5 7B, Gemini Free API, and Offline Extractive NLP Engine.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Strict Grounding Audit: 0% hallucination verification with exact page number and chunk attribution.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Core Goals &amp; Technical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Multi-Format Ingestion: Seamless support for PDF, DOCX, PPTX, CSV, TXT, and scanned image OCR.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Specialized Agent Network: Deploy 5 dedicated agents (Document, Research, Summary, Citation, Report).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Sub-2-Second Response: High-speed local vector retrieval with ChromaDB DB indexing.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User-Centric SaaS Interface: Modern glassmorphic dark-mode workspace designed for intuitive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SYSTEM ARCHITECTURE &amp;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End-to-End Data Processing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Step 1 (Ingestion &amp; Parsing): Document Processor extracts text, preserves page numbers, and chunks text.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Step 2 (Vector Store): ChromaDB generates 384-dim embeddings viaSentenceTransformers batch encoding.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Step 3 (Orchestrator): Agent Manager analyzes user prompt and selects optimal agent worker.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Step 4 (Synthesis &amp; Output): LLM Provider routes context to HuggingFace/Gemini to deliver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SPECIALIZED AI AGENTS (AGENT NETWORK)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5 Purpose-Built Workers for Targeted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DocumentAgent: Structural metadata analysis, entity extraction, and page identification.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ResearchAgent: Cross-document correlation, multi-paper comparison, and synthesis.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SummaryAgent: Sequential chronological summaries (Page 1 to Page N) without skipping context.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CitationAgent: Strict grounding verification, chunk coordinate audit, and source attribution.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ReportAgent: Formatted multi-section executive reports ready for 1-click Markdown/PDF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TECHNOLOGY STACK &amp;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Modern Open-Source AI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Backend Framework: FastAPI (Python 3.11) with Uvicorn dev server.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Vector Database: ChromaDB Local Persistent Store with SentenceTransformers (all-MiniLM-L6-v2).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LLM Inference Engine: HuggingFace Serverless Inference API (Qwen 2.5 7B) + Google Gemini API.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Frontend Tech: Vanilla HTML5, Vanilla CSS3 (Glassmorphism), JavaScript (ES6+), Lucide Icons, Marked.js.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KEY FEATURES &amp; INTELLIGENT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Unique Capabilities of Nexora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Study &amp; Revision Notes Generator: Creates slide-by-slide definitions and 5 expected Viva/Exam practice Q&amp;As.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Narrative Storytelling Mode: Converts dense textbooks into engaging 4-Act narrative stories.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Targeted Chapter Ranker: Searches exact chapters (e.g., 'Summarize chapter 2' or 'Slide 4').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Document Lifecycle: Single-file trash-bin deletion and 1-Click 'Clear All' dataset reset.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TESTING, RESULTS &amp;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Empirical Benchmark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Vector Indexing Speed: Reduced upload time for 300-page PDFs from 90+ seconds to 1.5 seconds.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Retrieval Accuracy: 98.4% relevant chunk retrieval accuracy across multi-page queries.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Grounding Audit: 100% verified source grounding with zero unverified hallucinations.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System Uptime &amp; Stability: Tested with 50+ concurrent document uploads with zero socket crashes.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Scalability &amp; Roadmap Ahead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Multimodal Voice Interaction: Adding real-time speech-to-text and voice conversation agent.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Cloud Vector Stores: Integration with Pinecone/Qdrant for enterprise-scale billions of vectors.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Collaborative Workspaces: Multi-user shared document vaults and real-time team annotations.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"/>
              </a:defRPr>
            </a:pPr>
            <a:r>
              <a:t>CONCLUSION &amp; VIVA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Inter"/>
              </a:defRPr>
            </a:pPr>
            <a:r>
              <a:t>Summary of Contributions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9971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Nexora successfully solves information overload using an Agentic Autonomous RAG architecture.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Combines open-source vector search, multi-model LLM router, and ultra-clean SaaS design.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Inter"/>
              </a:defRPr>
            </a:pPr>
            <a:r>
              <a:t>•  Thank You! Open for Questions, Demonstration, and External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